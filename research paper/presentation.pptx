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03A5A"/>
                </a:solidFill>
              </a:rPr>
              <a:t>Fine-Tuning a Compact Instruction-Tuned Language Model for Retail E-Commerce Customer-Support Conversational AI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22222"/>
                </a:solidFill>
              </a:rPr>
              <a:t>Harish Chandra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22222"/>
                </a:solidFill>
              </a:rPr>
              <a:t>Master's in CS: Artificial Intelligence and Machine Learning, Woolf University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22222"/>
                </a:solidFill>
              </a:rPr>
              <a:t>31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Problem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E-commerce support is high-volume and repetitive: orders, refunds, cancellations, returns, delivery, payments.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Customers expect instant, 24/7 answers - costly to staff with humans alone.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Large LLMs work but are expensive; out of reach for many small/mid-sized retailers.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Research question: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   – Can flan-t5-small be fine-tuned on retail support data to give accurate, relevant answers on a single free-tier GPU?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Retail E-Commerce?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Online retail is a multi-trillion-dollar, fast-growing sector; support volume scales with sales.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Chatbot market ~$7.76B (2024) -&gt; ~$27.29B (2030); customer service is the largest application.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 small set of recurring intents dominates the workload - highly automatable.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Business value: lower cost-per-contact, instant 24/7 responses, consistency,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Literature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Foundations: Transformer (Vaswani 2017), T5 (Raffel 2020), instruction tuning / FLAN (Chung 2022).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Applied: fine-tuned transformers &amp; generative assistants for support (Nandi 2024; Khennouche 2023).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Gap 1: low-resource, compact models for retail support are under-reported.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Gap 2: most work isolates intent classification, not end-to-end response generation.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Contribution: reproducible single-GPU end-to-end study with honest failure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Methodology -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Fine-tuning only (no RAG).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flan-t5-small (~77M params).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FP32 on Colab T4 (FP16 NaNs; no bf16).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5 epochs, early stopping, seed 42.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Beam search (4 beams) at inference.</a:t>
            </a:r>
          </a:p>
        </p:txBody>
      </p:sp>
      <p:pic>
        <p:nvPicPr>
          <p:cNvPr id="4" name="Picture 3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7851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Dataset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Bitext retail e-commerce (HF, CDLA, synthetic - no PII).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44,884 instruction-response pairs.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13 categories, 46 intents.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Split 35,907 / 4,488 / 4,489 (stratified).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Token lengths -&gt; input 128 / target 256.</a:t>
            </a:r>
          </a:p>
        </p:txBody>
      </p:sp>
      <p:pic>
        <p:nvPicPr>
          <p:cNvPr id="4" name="Picture 3" descr="fig2_int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154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Fine-Tuning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AdamW, learning rate 3e-4, weight decay 0.01, 500-step linear warmup.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Batch 8 x grad-accum 2 = effective 16.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Labels padded with -100 so loss ignores padding.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Seq2SeqTrainer; best checkpoint by validation loss.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Up to 5 epochs - within the 25-epoch budget.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Results - Baseline vs Fine-Tuned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ROUGE-L: 0.057 -&gt; 0.453 (~8x).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BLEU: 0.0 -&gt; 29.27.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BERTScore-F1: 0.818 -&gt; 0.909.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Avg response: 7 -&gt; 133 words.</a:t>
            </a:r>
          </a:p>
        </p:txBody>
      </p:sp>
      <p:pic>
        <p:nvPicPr>
          <p:cNvPr id="4" name="Picture 3" descr="fig5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2911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Results - Convergence &amp; Per-Category</a:t>
            </a:r>
          </a:p>
        </p:txBody>
      </p:sp>
      <p:pic>
        <p:nvPicPr>
          <p:cNvPr id="3" name="Picture 2" descr="fig4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2798372"/>
          </a:xfrm>
          <a:prstGeom prst="rect">
            <a:avLst/>
          </a:prstGeom>
        </p:spPr>
      </p:pic>
      <p:pic>
        <p:nvPicPr>
          <p:cNvPr id="4" name="Picture 3" descr="fig6_per_category_roug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486400" cy="27081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Demonstration &amp; Qualitative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Gradio chat interface served from the notebook.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In-domain: structured, step-by-step answers.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Baseline gave useless one-liners.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Ambiguous words (e.g. 'refund') -&gt; inferred intent.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Out-of-domain -&gt; answered in support style (over-generalisation).</a:t>
            </a:r>
          </a:p>
        </p:txBody>
      </p:sp>
      <p:pic>
        <p:nvPicPr>
          <p:cNvPr id="4" name="Picture 3" descr="gradio_dem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577840" cy="1851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Discussion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Domain adaptation - not scale - was the limiting factor.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Practical: cheap to reproduce/retrain; automate high-volume intents first.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Limitation: no out-of-scope detection -&gt; needs intent filter + human fallback.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Limitation: synthetic data; automatic metrics approximate human judgement.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Compact, free-tier-trainable model handles routine retail support well (8x ROUGE-L gain).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Contribution: transparent, reproducible blueprint for low-resource domain chatbots.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Future: out-of-scope detection + human handoff; real logs + human eval;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larger-model comparison (flan-t5-base); multi-turn; multilingual.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Vaswani et al. (2017) - Attention Is All You Need.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Raffel et al. (2020) - T5.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Chung et al. (2022) - FLAN.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Nandi et al. (2024); Khennouche et al. (2023) - customer-service chatbots.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Bitext Retail E-Commerce dataset (HF, CDLA-Sharing-1.0).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